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241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 panel × 本项目目标图片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04672" y="1783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〔文献简称〕拆解对照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8E0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左侧：文献内容、结果与作用  ·  右侧：本项目实验与目标图片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5074920" cy="1143000"/>
          </a:xfrm>
          <a:prstGeom prst="roundRect">
            <a:avLst>
              <a:gd name="adj" fmla="val 4800"/>
            </a:avLst>
          </a:prstGeom>
          <a:solidFill>
            <a:srgbClr val="2A3338"/>
          </a:solidFill>
          <a:ln w="8890">
            <a:solidFill>
              <a:srgbClr val="5560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4005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证据边界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43434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填写文献事实与项目目标设计之间的证据边界。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418320" y="5394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slides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64040" y="59436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〔日期〕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6556248"/>
            <a:ext cx="8503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4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〔文献引用〕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88136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AB4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使用方式与页码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00584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1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右下占位框替换为本项目图片；右上说明实验、图片与叙事作用。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7620">
            <a:solidFill>
              <a:srgbClr val="D8D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09728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922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78308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图级论证作用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49840" y="17830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4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7685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7620">
            <a:solidFill>
              <a:srgbClr val="D8DD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276856"/>
            <a:ext cx="109728" cy="4754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23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Supplement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41401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49840" y="24140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4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6556248"/>
            <a:ext cx="8503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771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〔文献引用〕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88136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1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8404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00200" y="256032"/>
            <a:ext cx="5760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X · panel 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06640" y="3291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图级论证作用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" y="786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F4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 panel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033272"/>
            <a:ext cx="6126480" cy="33649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8890">
            <a:solidFill>
              <a:srgbClr val="D7DBD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170432"/>
            <a:ext cx="5815584" cy="3090672"/>
          </a:xfrm>
          <a:prstGeom prst="roundRect">
            <a:avLst>
              <a:gd name="adj" fmla="val 1479"/>
            </a:avLst>
          </a:prstGeom>
          <a:solidFill>
            <a:srgbClr val="FAFBFA"/>
          </a:solidFill>
          <a:ln w="15240">
            <a:solidFill>
              <a:srgbClr val="2A9D8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41248" y="2606040"/>
            <a:ext cx="5266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 panel 图片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4590288"/>
            <a:ext cx="61264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8890">
            <a:solidFill>
              <a:srgbClr val="D7DB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4754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文献解读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" y="5056632"/>
            <a:ext cx="5705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2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填写该 panel 的内容、直接结果与论证作用。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830568" y="841248"/>
            <a:ext cx="0" cy="5504688"/>
          </a:xfrm>
          <a:prstGeom prst="line">
            <a:avLst/>
          </a:prstGeom>
          <a:noFill/>
          <a:ln w="12700">
            <a:solidFill>
              <a:srgbClr val="D1D6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786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F4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本项目方案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77456" y="1033272"/>
            <a:ext cx="4681728" cy="1572768"/>
          </a:xfrm>
          <a:prstGeom prst="roundRect">
            <a:avLst>
              <a:gd name="adj" fmla="val 3488"/>
            </a:avLst>
          </a:prstGeom>
          <a:solidFill>
            <a:srgbClr val="E7F4F1"/>
          </a:solidFill>
          <a:ln w="1016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96912" y="1243584"/>
            <a:ext cx="4251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02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填写本项目的实验、目标图片与叙事作用。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7077456" y="2816352"/>
            <a:ext cx="4681728" cy="3529584"/>
          </a:xfrm>
          <a:prstGeom prst="roundRect">
            <a:avLst>
              <a:gd name="adj" fmla="val 1554"/>
            </a:avLst>
          </a:prstGeom>
          <a:solidFill>
            <a:srgbClr val="FAFBFA"/>
          </a:solidFill>
          <a:ln w="19050">
            <a:solidFill>
              <a:srgbClr val="2A9D8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668512" y="3877056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96528" y="405079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粘贴项目数据图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99248" y="46177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71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建议保留原始 panel 标签、样本量与统计单位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6556248"/>
            <a:ext cx="8503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771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〔文献引用〕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88136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1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8404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00200" y="256032"/>
            <a:ext cx="5760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2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Supplementary Figure Sx · panel a-b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06640" y="3291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纳入理由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" y="786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F4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 panel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033272"/>
            <a:ext cx="6126480" cy="33649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8890">
            <a:solidFill>
              <a:srgbClr val="D7DBD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170432"/>
            <a:ext cx="5815584" cy="3090672"/>
          </a:xfrm>
          <a:prstGeom prst="roundRect">
            <a:avLst>
              <a:gd name="adj" fmla="val 1479"/>
            </a:avLst>
          </a:prstGeom>
          <a:solidFill>
            <a:srgbClr val="FAFBFA"/>
          </a:solidFill>
          <a:ln w="15240">
            <a:solidFill>
              <a:srgbClr val="6B728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41248" y="2606040"/>
            <a:ext cx="5266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 panel 图片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4590288"/>
            <a:ext cx="61264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8890">
            <a:solidFill>
              <a:srgbClr val="D7DB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4754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文献解读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" y="5056632"/>
            <a:ext cx="5705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2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填写该 panel 的内容、直接结果与论证作用。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830568" y="841248"/>
            <a:ext cx="0" cy="5504688"/>
          </a:xfrm>
          <a:prstGeom prst="line">
            <a:avLst/>
          </a:prstGeom>
          <a:noFill/>
          <a:ln w="12700">
            <a:solidFill>
              <a:srgbClr val="D1D6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786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F4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本项目方案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77456" y="1033272"/>
            <a:ext cx="4681728" cy="1572768"/>
          </a:xfrm>
          <a:prstGeom prst="roundRect">
            <a:avLst>
              <a:gd name="adj" fmla="val 3488"/>
            </a:avLst>
          </a:prstGeom>
          <a:solidFill>
            <a:srgbClr val="FBF4DD"/>
          </a:solidFill>
          <a:ln w="1016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96912" y="1243584"/>
            <a:ext cx="4251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02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填写本项目的实验、目标图片与叙事作用。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7077456" y="2816352"/>
            <a:ext cx="4681728" cy="3529584"/>
          </a:xfrm>
          <a:prstGeom prst="roundRect">
            <a:avLst>
              <a:gd name="adj" fmla="val 1554"/>
            </a:avLst>
          </a:prstGeom>
          <a:solidFill>
            <a:srgbClr val="FAFBFA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668512" y="3877056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96528" y="405079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粘贴项目数据图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99248" y="46177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71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建议保留原始 panel 标签、样本量与统计单位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6556248"/>
            <a:ext cx="8503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771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〔文献引用〕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88136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1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deconstruction template</dc:title>
  <dc:subject>Panel-by-panel literature deconstruction and project figure mapping</dc:subject>
  <dc:creator>Codex</dc:creator>
  <cp:lastModifiedBy>Codex</cp:lastModifiedBy>
  <cp:revision>1</cp:revision>
  <dcterms:created xsi:type="dcterms:W3CDTF">2026-08-26T07:34:49Z</dcterms:created>
  <dcterms:modified xsi:type="dcterms:W3CDTF">2026-08-26T07:34:49Z</dcterms:modified>
</cp:coreProperties>
</file>